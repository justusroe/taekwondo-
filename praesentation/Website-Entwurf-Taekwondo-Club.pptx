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Entwurf ist vollständig klickbar. Heute geht es um den Gesamteindruck und um Rückmeldungen.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Alles steht auf einer Seite untereinander; die Navigation springt zum jeweiligen Abschnitt.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Kernaussage, Probetraining-Schaltfläche und die Kennzahlen des Vereins.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Vorstellung und die fünf Prinzipien des Taekwondo.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Vier Trainingsgruppen als Bildkarten – erweiterbar.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Wochenplan mit Halle, Hinweisen für Einsteiger und den nächsten Terminen.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Sechs Bilder, ein Klick öffnet die Großansicht. Zurzeit Stockfotos.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Porträts mit Graduierung und Aufgabenbereich.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Übersicht der Dokumente auf der Seite. Die Dokumente selbst stellt der Verein.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Formular, Geschäftsstelle und Anfahrt. Der Versand wird beim Hosting eingerichtet.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Seite wird auf dem Handy umgebaut, nicht verkleinert: Menü klappt auf, Inhalte stehen untereinander.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Angaben auf der Seite sind zurzeit Musterdaten und müssen vor dem Freischalten ersetzt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Danach werden die echten Inhalte eingearbeitet und die Seite freigeschaltet.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66928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69494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TAEKWONDO CLUB MUSTERSTADT E.V.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ENTWURF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22960" y="28346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neue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Vereinswebsite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Stand: August 2026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923483" y="2007108"/>
            <a:ext cx="5495544" cy="3321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14000"/>
              </a:srgbClr>
            </a:outerShdw>
          </a:effectLst>
        </p:spPr>
      </p:sp>
      <p:pic>
        <p:nvPicPr>
          <p:cNvPr id="8" name="Image 1" descr="/tmp/claude-0/-home-user-Taekwondo-/18421611-4dd5-59a8-9af0-f5bc9f512324/scratchpad/deck/img/opt/window-t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775" y="2057400"/>
            <a:ext cx="5394960" cy="32208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8200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Abschnitte der Startseite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72668" y="1412748"/>
            <a:ext cx="821588" cy="4672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/tmp/claude-0/-home-user-Taekwondo-/18421611-4dd5-59a8-9af0-f5bc9f512324/scratchpad/deck/img/opt/fullp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721004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377440" y="1600200"/>
            <a:ext cx="384048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377440" y="165506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926080" y="16184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377440" y="2496312"/>
            <a:ext cx="384048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77440" y="255117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926080" y="2514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Verein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377440" y="3392424"/>
            <a:ext cx="384048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77440" y="344728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926080" y="3410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Angebot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377440" y="4288536"/>
            <a:ext cx="384048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77440" y="43434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926080" y="43068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Trainingszeiten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377440" y="5184648"/>
            <a:ext cx="384048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77440" y="523951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926080" y="52029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132320" y="1600200"/>
            <a:ext cx="384048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0" y="165506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680960" y="16184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Trainerteam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132320" y="2496312"/>
            <a:ext cx="384048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0" y="255117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680960" y="2514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7132320" y="3392424"/>
            <a:ext cx="384048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32320" y="344728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680960" y="3410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132320" y="4288536"/>
            <a:ext cx="384048" cy="384048"/>
          </a:xfrm>
          <a:prstGeom prst="ellipse">
            <a:avLst/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0" y="43434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680960" y="43068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Impressum &amp; Datenschutz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08200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420624" cy="420624"/>
          </a:xfrm>
          <a:prstGeom prst="ellipse">
            <a:avLst/>
          </a:prstGeom>
          <a:solidFill>
            <a:srgbClr val="B01C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30936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44752" y="548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Einstieg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75384" y="1412748"/>
            <a:ext cx="9240926" cy="4901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14000"/>
              </a:srgbClr>
            </a:outerShdw>
          </a:effectLst>
        </p:spPr>
      </p:sp>
      <p:pic>
        <p:nvPicPr>
          <p:cNvPr id="6" name="Image 0" descr="/tmp/claude-0/-home-user-Taekwondo-/18421611-4dd5-59a8-9af0-f5bc9f512324/scratchpad/deck/img/opt/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5676" y="1463040"/>
            <a:ext cx="9140342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200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420624" cy="420624"/>
          </a:xfrm>
          <a:prstGeom prst="ellipse">
            <a:avLst/>
          </a:prstGeom>
          <a:solidFill>
            <a:srgbClr val="B01C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30936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44752" y="548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Verein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250681" y="1412748"/>
            <a:ext cx="7690333" cy="4901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14000"/>
              </a:srgbClr>
            </a:outerShdw>
          </a:effectLst>
        </p:spPr>
      </p:sp>
      <p:pic>
        <p:nvPicPr>
          <p:cNvPr id="6" name="Image 0" descr="/tmp/claude-0/-home-user-Taekwondo-/18421611-4dd5-59a8-9af0-f5bc9f512324/scratchpad/deck/img/opt/vere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0973" y="1463040"/>
            <a:ext cx="7589749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200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420624" cy="420624"/>
          </a:xfrm>
          <a:prstGeom prst="ellipse">
            <a:avLst/>
          </a:prstGeom>
          <a:solidFill>
            <a:srgbClr val="B01C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30936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44752" y="548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Angebot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64346" y="1412748"/>
            <a:ext cx="6663004" cy="4901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14000"/>
              </a:srgbClr>
            </a:outerShdw>
          </a:effectLst>
        </p:spPr>
      </p:sp>
      <p:pic>
        <p:nvPicPr>
          <p:cNvPr id="6" name="Image 0" descr="/tmp/claude-0/-home-user-Taekwondo-/18421611-4dd5-59a8-9af0-f5bc9f512324/scratchpad/deck/img/opt/angebo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4638" y="1463040"/>
            <a:ext cx="656242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200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420624" cy="420624"/>
          </a:xfrm>
          <a:prstGeom prst="ellipse">
            <a:avLst/>
          </a:prstGeom>
          <a:solidFill>
            <a:srgbClr val="B01C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30936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44752" y="548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Trainingszeiten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165196" y="1412748"/>
            <a:ext cx="5861304" cy="4901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14000"/>
              </a:srgbClr>
            </a:outerShdw>
          </a:effectLst>
        </p:spPr>
      </p:sp>
      <p:pic>
        <p:nvPicPr>
          <p:cNvPr id="6" name="Image 0" descr="/tmp/claude-0/-home-user-Taekwondo-/18421611-4dd5-59a8-9af0-f5bc9f512324/scratchpad/deck/img/opt/zeit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5488" y="1463040"/>
            <a:ext cx="576072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200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420624" cy="420624"/>
          </a:xfrm>
          <a:prstGeom prst="ellipse">
            <a:avLst/>
          </a:prstGeom>
          <a:solidFill>
            <a:srgbClr val="B01C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30936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44752" y="548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Galerie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620327" y="1412748"/>
            <a:ext cx="6951040" cy="4901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14000"/>
              </a:srgbClr>
            </a:outerShdw>
          </a:effectLst>
        </p:spPr>
      </p:sp>
      <p:pic>
        <p:nvPicPr>
          <p:cNvPr id="6" name="Image 0" descr="/tmp/claude-0/-home-user-Taekwondo-/18421611-4dd5-59a8-9af0-f5bc9f512324/scratchpad/deck/img/opt/galeri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0620" y="1463040"/>
            <a:ext cx="6850456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200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420624" cy="420624"/>
          </a:xfrm>
          <a:prstGeom prst="ellipse">
            <a:avLst/>
          </a:prstGeom>
          <a:solidFill>
            <a:srgbClr val="B01C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30936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44752" y="548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Trainerteam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545918" y="1412748"/>
            <a:ext cx="7099859" cy="4901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14000"/>
              </a:srgbClr>
            </a:outerShdw>
          </a:effectLst>
        </p:spPr>
      </p:sp>
      <p:pic>
        <p:nvPicPr>
          <p:cNvPr id="6" name="Image 0" descr="/tmp/claude-0/-home-user-Taekwondo-/18421611-4dd5-59a8-9af0-f5bc9f512324/scratchpad/deck/img/opt/te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6210" y="1463040"/>
            <a:ext cx="6999275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200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420624" cy="420624"/>
          </a:xfrm>
          <a:prstGeom prst="ellipse">
            <a:avLst/>
          </a:prstGeom>
          <a:solidFill>
            <a:srgbClr val="B01C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30936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44752" y="548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922765" y="1412748"/>
            <a:ext cx="6346165" cy="4901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14000"/>
              </a:srgbClr>
            </a:outerShdw>
          </a:effectLst>
        </p:spPr>
      </p:sp>
      <p:pic>
        <p:nvPicPr>
          <p:cNvPr id="6" name="Image 0" descr="/tmp/claude-0/-home-user-Taekwondo-/18421611-4dd5-59a8-9af0-f5bc9f512324/scratchpad/deck/img/opt/downloa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3057" y="1463040"/>
            <a:ext cx="6245581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200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420624" cy="420624"/>
          </a:xfrm>
          <a:prstGeom prst="ellipse">
            <a:avLst/>
          </a:prstGeom>
          <a:solidFill>
            <a:srgbClr val="B01C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30936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44752" y="548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Kontakt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186798" y="1412748"/>
            <a:ext cx="5818099" cy="4901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14000"/>
              </a:srgbClr>
            </a:outerShdw>
          </a:effectLst>
        </p:spPr>
      </p:sp>
      <p:pic>
        <p:nvPicPr>
          <p:cNvPr id="6" name="Image 0" descr="/tmp/claude-0/-home-user-Taekwondo-/18421611-4dd5-59a8-9af0-f5bc9f512324/scratchpad/deck/img/opt/kontak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7090" y="1463040"/>
            <a:ext cx="5717515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200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 dem Handy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296516" y="1412748"/>
            <a:ext cx="2284409" cy="4581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/tmp/claude-0/-home-user-Taekwondo-/18421611-4dd5-59a8-9af0-f5bc9f512324/scratchpad/deck/img/opt/m-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6808" y="1463040"/>
            <a:ext cx="2183825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46808" y="6126480"/>
            <a:ext cx="2183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Startseite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48276" y="1412748"/>
            <a:ext cx="2284409" cy="4581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1" descr="/tmp/claude-0/-home-user-Taekwondo-/18421611-4dd5-59a8-9af0-f5bc9f512324/scratchpad/deck/img/opt/m-na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568" y="1463040"/>
            <a:ext cx="2183825" cy="4480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98568" y="6126480"/>
            <a:ext cx="2183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Menü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600036" y="1412748"/>
            <a:ext cx="2284409" cy="4581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2" descr="/tmp/claude-0/-home-user-Taekwondo-/18421611-4dd5-59a8-9af0-f5bc9f512324/scratchpad/deck/img/opt/m-zeite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328" y="1463040"/>
            <a:ext cx="2183825" cy="44805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50328" y="6126480"/>
            <a:ext cx="21838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Trainingsplan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108200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Offene Punkte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2002536"/>
            <a:ext cx="438912" cy="438912"/>
          </a:xfrm>
          <a:prstGeom prst="ellipse">
            <a:avLst/>
          </a:prstGeom>
          <a:solidFill>
            <a:srgbClr val="B01C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7568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81328" y="202082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Vereinsdaten und Texte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962656"/>
            <a:ext cx="438912" cy="438912"/>
          </a:xfrm>
          <a:prstGeom prst="ellipse">
            <a:avLst/>
          </a:prstGeom>
          <a:solidFill>
            <a:srgbClr val="B01C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3580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1328" y="298094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Fotos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922776"/>
            <a:ext cx="438912" cy="438912"/>
          </a:xfrm>
          <a:prstGeom prst="ellipse">
            <a:avLst/>
          </a:prstGeom>
          <a:solidFill>
            <a:srgbClr val="B01C2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9592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81328" y="394106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Impressum und Datenschutz prüfen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882896"/>
            <a:ext cx="438912" cy="438912"/>
          </a:xfrm>
          <a:prstGeom prst="ellipse">
            <a:avLst/>
          </a:prstGeom>
          <a:solidFill>
            <a:srgbClr val="B01C2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95604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81328" y="490118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und Hosting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8200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66928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69494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TAEKWONDO CLUB MUSTERSTADT E.V.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2834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Rückmeldungen willkommen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Anmerkungen zu Texten, Bildern und Reihenfolge bitte an die Geschäftsstelle.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8200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Website-Entwurf</dc:title>
  <dc:subject>Entwurf der neuen Vereinswebsite</dc:subject>
  <dc:creator>Taekwondo Club Musterstadt e.V.</dc:creator>
  <cp:lastModifiedBy>Taekwondo Club Musterstadt e.V.</cp:lastModifiedBy>
  <cp:revision>1</cp:revision>
  <dcterms:created xsi:type="dcterms:W3CDTF">2026-08-05T09:49:28Z</dcterms:created>
  <dcterms:modified xsi:type="dcterms:W3CDTF">2026-08-05T09:49:28Z</dcterms:modified>
</cp:coreProperties>
</file>