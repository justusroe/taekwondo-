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Rahmen: Der Entwurf ist vollständig klickbar und liegt als fertige Dateien vor. Heute geht es um Inhalte, Bilder und Freigabe – nicht um Technik.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Entwurf ist inhaltlich vollständig. Alle Texte sind Vorschläge und können vom Verein überschrieben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Reihenfolge folgt der typischen Frage eines Interessierten: Was ist das, für wen, wann, wie sieht es aus, wer trainiert, was brauche ich, wie melde ich mich.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Zahlen (240 Mitglieder, gegründet 1987, 6 Trainer, 18 Dan-Träger) sind Platzhalter und müssen vom Verein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Gründungsjahr und Vereinsgeschichte bitte prüfen – hier steht ein Beispieltext.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Falls es weitere Gruppen gibt (z. B. Senioren, Reha-Sport), können Karten in derselben Form ergänzt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Zeiten, Gruppen und Trainernamen sind Beispielwerte aus dem Trainingsplan-PDF und müssen ersetzt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eigene Fotos brauchen wir die Einwilligung der abgebildeten Personen bzw. der Erziehungsberechtigten.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die echten Porträts empfehle ich einen gemeinsamen Fototermin – gleiche Umgebung, gleiches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PDFs sind vollständig gesetzt, enthalten aber Musterinhalte. Bestehende Vereinsdokumente können sie eins zu eins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Formularversand braucht entweder ein kleines Skript beim Hoster oder einen Formulardienst. Aufwand: überschaubar.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Getestet von 360 bis 1680 Pixel Breite. Kein horizontales Scrollen, keine abgeschnittenen Inhalte.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Wartungsarm heißt: Es gibt kein System, das aktualisiert werden muss, und keine Anmeldedaten, die verloren gehen können.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Punkt 1 und 3 kann der Verein selbst liefern. Punkt 4 und 5 übernehme ich, sobald der Hoster feststeht.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um Rückmeldung bis Ende August, damit die Seite zum Tag der offenen Tür stehen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692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00200" y="69494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TAEKWONDO CLUB MUSTERSTADT E.V.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22960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48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ENTWURF ZUR ABSTIMMUNG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822960" y="233172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neue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Vereinswebsite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D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vollständiger Seitenentwurf mit Trainingszeiten, Bildergalerie, Download-Bereich und Kontaktformular – bereit zur Durchsicht durch den Vorstand.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Stand: August 2026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23483" y="2007108"/>
            <a:ext cx="5495544" cy="3321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9" name="Image 1" descr="/tmp/claude-0/-home-user-Taekwondo-/18421611-4dd5-59a8-9af0-f5bc9f512324/scratchpad/deck/img/opt/window-t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2057400"/>
            <a:ext cx="5394960" cy="32208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Entwurf umfasst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Seite ist als 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einseitige Vereinsseite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aufgebaut: Alle wichtigen Informationen stehen auf der Startseite untereinander, die Navigation springt zum passenden Abschnitt. Dazu kommen zwei Unterseiten für Impressum und Datenschutz.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22960" y="325069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96412"/>
            <a:ext cx="109728" cy="1097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52144" y="3200400"/>
            <a:ext cx="5020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Interessierte gedacht: Probetraining, Trainingszeiten und Ansprechpartner sind nie weiter als ein Klick entfernt.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22960" y="411937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509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069080"/>
            <a:ext cx="5020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Mitglieder gedacht: Formulare und Ordnungen liegen gebündelt im Download-Bereich.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89243" y="1641348"/>
            <a:ext cx="5129784" cy="290236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3" descr="/tmp/claude-0/-home-user-Taekwondo-/18421611-4dd5-59a8-9af0-f5bc9f512324/scratchpad/deck/img/opt/her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35" y="1691640"/>
            <a:ext cx="5029200" cy="2801783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" y="5029200"/>
            <a:ext cx="2450592" cy="123444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22960" y="5175504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1"/>
          <p:cNvSpPr/>
          <p:nvPr/>
        </p:nvSpPr>
        <p:spPr>
          <a:xfrm>
            <a:off x="822960" y="5815584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SEITEN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520440" y="5029200"/>
            <a:ext cx="2450592" cy="123444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520440" y="5175504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20" name="Text 14"/>
          <p:cNvSpPr/>
          <p:nvPr/>
        </p:nvSpPr>
        <p:spPr>
          <a:xfrm>
            <a:off x="3520440" y="5815584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217920" y="5029200"/>
            <a:ext cx="2450592" cy="123444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217920" y="5175504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6217920" y="5815584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PDF-DOKUMENTE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915400" y="5029200"/>
            <a:ext cx="2450592" cy="123444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915400" y="5175504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26" name="Text 20"/>
          <p:cNvSpPr/>
          <p:nvPr/>
        </p:nvSpPr>
        <p:spPr>
          <a:xfrm>
            <a:off x="8915400" y="5815584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BILDER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Startseite von oben nach unten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72668" y="1549908"/>
            <a:ext cx="821588" cy="4672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fullpa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21004" cy="4572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6263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Gesamte Seite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2148840" y="1627632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148840" y="167335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679192" y="16093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Kopfbereich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79192" y="18653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Navigation, Schaltfläche „Probetraining“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2148840" y="2505456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148840" y="255117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679192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79192" y="2743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Bild, Kernaussage und zwei Handlungsaufrufe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2148840" y="3383280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148840" y="34290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679192" y="33649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679192" y="36210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 und die fünf Prinzipien des Taekwondo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2148840" y="4261104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148840" y="43068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2679192" y="42428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2679192" y="44988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Kursgruppen als Bildkarten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2148840" y="5138928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148840" y="518464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2679192" y="5120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Trainingszeiten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2679192" y="5376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Wochenplan, Halle, Termine, Einsteigerhinweise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903720" y="1627632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903720" y="167335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7434072" y="16093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Galerie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7434072" y="18653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Bilder mit Großansicht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6903720" y="2505456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903720" y="255117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7434072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Trainerteam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7434072" y="2743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Porträts mit Graduierung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903720" y="3383280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903720" y="34290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5"/>
          <p:cNvSpPr/>
          <p:nvPr/>
        </p:nvSpPr>
        <p:spPr>
          <a:xfrm>
            <a:off x="7434072" y="33649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300" dirty="0"/>
          </a:p>
        </p:txBody>
      </p:sp>
      <p:sp>
        <p:nvSpPr>
          <p:cNvPr id="40" name="Text 36"/>
          <p:cNvSpPr/>
          <p:nvPr/>
        </p:nvSpPr>
        <p:spPr>
          <a:xfrm>
            <a:off x="7434072" y="36210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Sieben Formulare und Ordnungen als PDF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903720" y="4261104"/>
            <a:ext cx="384048" cy="384048"/>
          </a:xfrm>
          <a:prstGeom prst="ellipse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903720" y="43068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300" dirty="0"/>
          </a:p>
        </p:txBody>
      </p:sp>
      <p:sp>
        <p:nvSpPr>
          <p:cNvPr id="43" name="Text 39"/>
          <p:cNvSpPr/>
          <p:nvPr/>
        </p:nvSpPr>
        <p:spPr>
          <a:xfrm>
            <a:off x="7434072" y="42428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 &amp; Fuß</a:t>
            </a:r>
            <a:endParaRPr lang="en-US" sz="1300" dirty="0"/>
          </a:p>
        </p:txBody>
      </p:sp>
      <p:sp>
        <p:nvSpPr>
          <p:cNvPr id="44" name="Text 40"/>
          <p:cNvSpPr/>
          <p:nvPr/>
        </p:nvSpPr>
        <p:spPr>
          <a:xfrm>
            <a:off x="7434072" y="44988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Formular, Anfahrt, Impressum, Datenschutz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EINSTIEG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erste Eindruck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826203" y="1522476"/>
            <a:ext cx="6592824" cy="371743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95" y="1572768"/>
            <a:ext cx="6492240" cy="36168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76495" y="5335919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Einstiegsbereich der Startseite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3642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 oben steht, was neue Mitglieder wissen wollen – ohne Suchen, ohne Scrollen.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279349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3921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274320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Aussage statt Begrüßungsfloskel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34213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7852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29184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„Probetraining vereinbaren“ als erste Schaltfläche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389077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36492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384048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Vertrauenspunkte: Verband, Kostenlosigkeit, Barrierefreiheit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822960" y="44394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485132"/>
            <a:ext cx="109728" cy="10972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152144" y="438912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Kennzahlen des Vereins direkt darunter</a:t>
            </a:r>
            <a:endParaRPr lang="en-US" sz="1250" dirty="0"/>
          </a:p>
        </p:txBody>
      </p:sp>
      <p:sp>
        <p:nvSpPr>
          <p:cNvPr id="22" name="Text 14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VEREIN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der Club steht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826203" y="1522476"/>
            <a:ext cx="6592824" cy="420699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vere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95" y="1572768"/>
            <a:ext cx="6492240" cy="41064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76495" y="582548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„Der Verein“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3642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kurze Absätze zur Geschichte und zur Trainingsphilosophie, daneben die fünf Prinzipien des Taekwondo in koreanischer und deutscher Form.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311353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15925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306324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kurz gehalten – zwei Absätze genügen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66217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07892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61188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Prinzipien als ruhige Liste, nicht als Grafik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42108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56532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4160520"/>
            <a:ext cx="33128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Text betont: Anfänger sind ausdrücklich willkommen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ANGEBOT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Gruppen auf einen Blick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22831" y="1522476"/>
            <a:ext cx="5996196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angeb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123" y="1572768"/>
            <a:ext cx="5895612" cy="4315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73123" y="6035040"/>
            <a:ext cx="5895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„Unser Angebot“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42386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Trainingsgruppe bekommt eine eigene Karte mit Bild, Altersangabe, kurzer Beschreibung und Trainingszeit.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288493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3065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2834640"/>
            <a:ext cx="3909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6–9, Jugend 10–14, Erwachsene, Wettkampfteam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43357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9292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383280"/>
            <a:ext cx="3909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Altersangabe farbig hervorgehoben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39822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7932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3931920"/>
            <a:ext cx="3909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Trainingszeit steht auf jeder Karte unten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822960" y="453085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576572"/>
            <a:ext cx="109728" cy="10972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152144" y="4480560"/>
            <a:ext cx="3909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Gruppen lassen sich jederzeit ergänzen</a:t>
            </a:r>
            <a:endParaRPr lang="en-US" sz="1250" dirty="0"/>
          </a:p>
        </p:txBody>
      </p:sp>
      <p:sp>
        <p:nvSpPr>
          <p:cNvPr id="22" name="Text 14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TRAININGSZEITEN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Wochenplan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790993" y="1522476"/>
            <a:ext cx="4628034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zeit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285" y="1572768"/>
            <a:ext cx="4527450" cy="4315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41285" y="6035040"/>
            <a:ext cx="45274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„Trainingszeiten“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56068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meistgesuchte Inhalt einer Vereinsseite – deshalb als übersichtliche Tabelle mit Tag, Uhrzeit, Gruppe und Trainer.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28392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8493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2788920"/>
            <a:ext cx="52776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Elf Einheiten von Montag bis Samstag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497580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43300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447288"/>
            <a:ext cx="52776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Daneben: Halle und Anfahrt, Hinweise zum ersten Training, nächste Vereinstermine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4155948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01668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4105656"/>
            <a:ext cx="52776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Handy entfällt die Trainerspalte, damit nichts verrutscht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822960" y="4814316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860036"/>
            <a:ext cx="109728" cy="10972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152144" y="4764024"/>
            <a:ext cx="52776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 als PDF zum Aushängen abrufbar</a:t>
            </a:r>
            <a:endParaRPr lang="en-US" sz="1250" dirty="0"/>
          </a:p>
        </p:txBody>
      </p:sp>
      <p:sp>
        <p:nvSpPr>
          <p:cNvPr id="22" name="Text 14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GALERIE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Bilder aus dem Vereinsleben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283403" y="1522476"/>
            <a:ext cx="6135624" cy="4329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galeri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1572768"/>
            <a:ext cx="6035040" cy="42291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33695" y="59482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„Galerie“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4099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Bilder im Raster. Ein Klick öffnet die Großansicht mit Bildunterschrift.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279349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3921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2743200"/>
            <a:ext cx="37700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Großansicht schließt per ✕, Klick daneben oder Esc-Taste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34213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7852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291840"/>
            <a:ext cx="37700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Zurzeit Stockfotos – ersetzbar durch eigene Aufnahmen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2668" y="3835908"/>
            <a:ext cx="3623310" cy="2203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4" descr="/tmp/claude-0/-home-user-Taekwondo-/18421611-4dd5-59a8-9af0-f5bc9f512324/scratchpad/deck/img/opt/lightbox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3522726" cy="21031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22960" y="6126480"/>
            <a:ext cx="3522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Großansicht eines Galeriebildes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TRAINERTEAM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auf der Matte steht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530730" y="1522476"/>
            <a:ext cx="5888297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022" y="1572768"/>
            <a:ext cx="5787713" cy="4315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581022" y="6035040"/>
            <a:ext cx="57877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„Trainerteam“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43465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Porträts mit Name, Graduierung und Aufgabenbereich – die Karten lassen sich auf beliebig viele Personen erweitern.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311353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15925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3063240"/>
            <a:ext cx="4017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Einheitliche Bildwirkung durch gleiche Bildausschnitte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66217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07892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611880"/>
            <a:ext cx="4017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 auf DOSB-Lizenz und Erste-Hilfe-Ausbildung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42108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56532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4160520"/>
            <a:ext cx="4017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 und Graduierungen sind Platzhalter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DOWNLOADS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Formulare und Ordnungen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703369" y="1522476"/>
            <a:ext cx="5715658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downloa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661" y="1572768"/>
            <a:ext cx="5615074" cy="4315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753661" y="6035040"/>
            <a:ext cx="56150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„Downloads“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45192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Sieben fertige PDF-Dokumente, jeweils mit Vereinskopf, Beschreibung und Dateigröße: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297637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2209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2926080"/>
            <a:ext cx="4190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Aufnahmeantrag und SEPA-Lastschriftmandat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5250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70732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474720"/>
            <a:ext cx="4190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Beitragsordnung und Trainingsplan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407365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119372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4023360"/>
            <a:ext cx="4190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Prüfungsordnung, Vereinssatzung, Hallenordnung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KONTAKT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Anfragen ohne Hürde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514771" y="1522476"/>
            <a:ext cx="4904256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1" descr="/tmp/claude-0/-home-user-Taekwondo-/18421611-4dd5-59a8-9af0-f5bc9f512324/scratchpad/deck/img/opt/kontak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063" y="1572768"/>
            <a:ext cx="4803672" cy="4315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65063" y="6035040"/>
            <a:ext cx="480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„Kontakt“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22960" y="1627632"/>
            <a:ext cx="53306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mit Name, E-Mail, Telefon, Anliegen und Nachricht. Fehlende Angaben werden sofort und verständlich angemahnt.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30678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113532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3017520"/>
            <a:ext cx="50014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Datenschutz-Häkchen ist Pflicht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671316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17036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3621024"/>
            <a:ext cx="50014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Daneben: Geschäftsstelle, Bürozeiten, Anfahrt mit Bus, Bahn und Parkplatz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4274820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20540"/>
            <a:ext cx="109728" cy="1097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2144" y="4224528"/>
            <a:ext cx="50014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Wichtig: Der Versand ist noch nicht angeschlossen (siehe Folie 14)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HANDY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Gebaut für das Handy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als die Hälfte der Besuche kommt vom Smartphone. Die Seite wird dafür nicht verkleinert, sondern umgebaut: Die Navigation klappt in ein Menü, Karten und Tabellen stehen untereinander, Schaltflächen sind mit dem Daumen bedienbar.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3753612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799332"/>
            <a:ext cx="109728" cy="1097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52144" y="3703320"/>
            <a:ext cx="3328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Menü als Schaltfläche oben rechts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22960" y="4320540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366260"/>
            <a:ext cx="109728" cy="1097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270248"/>
            <a:ext cx="3328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Trainingsplan ohne Querscrollen lesbar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4887468"/>
            <a:ext cx="201168" cy="201168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933188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52144" y="4837176"/>
            <a:ext cx="3328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bleiben mit einem Tipp erreichbar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33595" y="1431036"/>
            <a:ext cx="2148840" cy="430299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4" descr="/tmp/claude-0/-home-user-Taekwondo-/18421611-4dd5-59a8-9af0-f5bc9f512324/scratchpad/deck/img/opt/m-hero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3887" y="1481328"/>
            <a:ext cx="2048256" cy="420241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583887" y="5848333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Startseite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901891" y="1431036"/>
            <a:ext cx="2148840" cy="430299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5" descr="/tmp/claude-0/-home-user-Taekwondo-/18421611-4dd5-59a8-9af0-f5bc9f512324/scratchpad/deck/img/opt/m-nav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2183" y="1481328"/>
            <a:ext cx="2048256" cy="4202413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2183" y="5848333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Menü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9270187" y="1431036"/>
            <a:ext cx="2148840" cy="430299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6" descr="/tmp/claude-0/-home-user-Taekwondo-/18421611-4dd5-59a8-9af0-f5bc9f512324/scratchpad/deck/img/opt/m-zeiten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479" y="1481328"/>
            <a:ext cx="2048256" cy="420241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320479" y="5848333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Trainingsplan</a:t>
            </a:r>
            <a:endParaRPr lang="en-US" sz="1100" dirty="0"/>
          </a:p>
        </p:txBody>
      </p:sp>
      <p:sp>
        <p:nvSpPr>
          <p:cNvPr id="25" name="Text 16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GESTALTUNG &amp; TECHNIK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Ruhig, hell und wartungsarm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" y="14813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Weiß als Grundton, Struktur über feine Linien statt bunter Flächen, ein einziger roter Akzent für alles Wichtige.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2148840"/>
            <a:ext cx="3291840" cy="1737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8992" y="2404872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646" y="2517526"/>
            <a:ext cx="177028" cy="1770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78992" y="2916936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Typografie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78992" y="3191256"/>
            <a:ext cx="2779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Serifenschrift für Überschriften, gut lesbare Systemschrift für Fließtext.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434840" y="2148840"/>
            <a:ext cx="3291840" cy="1737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690872" y="2404872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6" y="2517526"/>
            <a:ext cx="177028" cy="1770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90872" y="2916936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Akzent statt Buntheit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690872" y="3191256"/>
            <a:ext cx="2779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 markiert Aktionen und Auszeichnungen – sonst bleibt die Seite weiß.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046720" y="2148840"/>
            <a:ext cx="3291840" cy="1737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302752" y="2404872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5406" y="2517526"/>
            <a:ext cx="177028" cy="17702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02752" y="2916936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Handy bis zum Monitor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8302752" y="3191256"/>
            <a:ext cx="2779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Layout, das sich an jede Bildschirmbreite anpasst.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22960" y="4160520"/>
            <a:ext cx="3291840" cy="1737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78992" y="4416552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646" y="4529206"/>
            <a:ext cx="177028" cy="17702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78992" y="4928616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Zugänglich gebaut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1078992" y="5202936"/>
            <a:ext cx="2779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Sprunglink, sichtbare Fokusrahmen, beschriftete Felder, Bildbeschreibungen.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4434840" y="4160520"/>
            <a:ext cx="3291840" cy="1737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4690872" y="4416552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3526" y="4529206"/>
            <a:ext cx="177028" cy="17702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690872" y="4928616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fremden Dienste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4690872" y="5202936"/>
            <a:ext cx="2779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Cookies, keine externen Schriften, keine Karten von Dritten.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8046720" y="4160520"/>
            <a:ext cx="3291840" cy="1737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8302752" y="4416552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5406" y="4529206"/>
            <a:ext cx="177028" cy="17702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302752" y="4928616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Technik-Unterbau</a:t>
            </a:r>
            <a:endParaRPr lang="en-US" sz="1300" dirty="0"/>
          </a:p>
        </p:txBody>
      </p:sp>
      <p:sp>
        <p:nvSpPr>
          <p:cNvPr id="36" name="Text 27"/>
          <p:cNvSpPr/>
          <p:nvPr/>
        </p:nvSpPr>
        <p:spPr>
          <a:xfrm>
            <a:off x="8302752" y="5202936"/>
            <a:ext cx="2779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Reine Dateien – jeder Webspace genügt, keine Updates nötig.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457200" cy="457200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585216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81328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0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PUNKTE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81328" y="7315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noch vom Verein brauchen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822960" y="1709928"/>
            <a:ext cx="365760" cy="365760"/>
          </a:xfrm>
          <a:prstGeom prst="ellipse">
            <a:avLst/>
          </a:prstGeom>
          <a:solidFill>
            <a:srgbClr val="B01C2E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53312" y="169164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Vereinsdaten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53312" y="197510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Anschrift, Telefon, E-Mail, Registernummer, Vorstand und Beiträge – aktuell stehen überall Musterangaben.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2624328"/>
            <a:ext cx="365760" cy="365760"/>
          </a:xfrm>
          <a:prstGeom prst="ellipse">
            <a:avLst/>
          </a:prstGeom>
          <a:solidFill>
            <a:srgbClr val="B01C2E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6700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53312" y="260604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Fotos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1353312" y="288950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Team und Halle. Bis dahin bleiben die Stockfotos als Platzhalter stehen.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22960" y="3538728"/>
            <a:ext cx="365760" cy="365760"/>
          </a:xfrm>
          <a:prstGeom prst="ellipse">
            <a:avLst/>
          </a:prstGeom>
          <a:solidFill>
            <a:srgbClr val="B01C2E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844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53312" y="352044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freigeben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353312" y="380390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Vereinsbeschreibung, Gruppenbeschreibungen und Trainerprofile durchsehen und ergänzen.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22960" y="4453128"/>
            <a:ext cx="365760" cy="365760"/>
          </a:xfrm>
          <a:prstGeom prst="ellipse">
            <a:avLst/>
          </a:prstGeom>
          <a:solidFill>
            <a:srgbClr val="B01C2E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53312" y="443484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Formularversand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353312" y="471830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Kleines Skript beim Hoster oder ein Formulardienst – danach landen Anfragen im Postfach.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22960" y="5367528"/>
            <a:ext cx="365760" cy="365760"/>
          </a:xfrm>
          <a:prstGeom prst="ellipse">
            <a:avLst/>
          </a:prstGeom>
          <a:solidFill>
            <a:srgbClr val="B01C2E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4132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353312" y="534924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und Hosting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1353312" y="563270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Wunschadresse festlegen und Webspace buchen; die Dateien werden dann hochgeladen.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1691640"/>
            <a:ext cx="3733495" cy="2514600"/>
          </a:xfrm>
          <a:prstGeom prst="rect">
            <a:avLst/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27848" y="1938528"/>
            <a:ext cx="402336" cy="402336"/>
          </a:xfrm>
          <a:prstGeom prst="ellipse">
            <a:avLst/>
          </a:prstGeom>
          <a:solidFill>
            <a:srgbClr val="B01C2E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502" y="2051182"/>
            <a:ext cx="177028" cy="1770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27848" y="2487168"/>
            <a:ext cx="31482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 vor dem Freischalten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7927848" y="2834640"/>
            <a:ext cx="31482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Impressum, Datenschutzhinweise und die sieben PDF-Dokumente sind Mustertexte. Sie müssen mit echten Vereinsdaten gefüllt und vor der Veröffentlichung geprüft werden.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584948" y="4567428"/>
            <a:ext cx="3834079" cy="107564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32" name="Image 2" descr="/tmp/claude-0/-home-user-Taekwondo-/18421611-4dd5-59a8-9af0-f5bc9f512324/scratchpad/deck/img/opt/foote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4617720"/>
            <a:ext cx="3733495" cy="97505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7635240" y="5757370"/>
            <a:ext cx="3733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A7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Fußbereich mit Impressum und Datenschutz</a:t>
            </a:r>
            <a:endParaRPr lang="en-US" sz="1050" dirty="0"/>
          </a:p>
        </p:txBody>
      </p:sp>
      <p:sp>
        <p:nvSpPr>
          <p:cNvPr id="34" name="Text 29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692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00200" y="69494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TAEKWONDO CLUB MUSTERSTADT E.V.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2296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48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SCHRITTE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822960" y="2176272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drei Runden zur fertigen Seite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3429000"/>
            <a:ext cx="3291840" cy="1965960"/>
          </a:xfrm>
          <a:prstGeom prst="rect">
            <a:avLst/>
          </a:prstGeom>
          <a:solidFill>
            <a:srgbClr val="1F242C"/>
          </a:solidFill>
          <a:ln w="12700">
            <a:solidFill>
              <a:srgbClr val="333A4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78992" y="3611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48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078992" y="411480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Rückmeldung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78992" y="44256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8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Vorstand sammelt Anmerkungen zu Texten, Bildern und Reihenfolge.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78992" y="5047488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C83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ENDE AUGUST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434840" y="3429000"/>
            <a:ext cx="3291840" cy="1965960"/>
          </a:xfrm>
          <a:prstGeom prst="rect">
            <a:avLst/>
          </a:prstGeom>
          <a:solidFill>
            <a:srgbClr val="1F242C"/>
          </a:solidFill>
          <a:ln w="12700">
            <a:solidFill>
              <a:srgbClr val="333A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90872" y="3611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48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690872" y="411480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Einarbeitung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690872" y="44256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8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Vereinsdaten, eigene Fotos und geprüfte Rechtstexte kommen hinein.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690872" y="5047488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C83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ZWEI WOCHEN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046720" y="3429000"/>
            <a:ext cx="3291840" cy="1965960"/>
          </a:xfrm>
          <a:prstGeom prst="rect">
            <a:avLst/>
          </a:prstGeom>
          <a:solidFill>
            <a:srgbClr val="1F242C"/>
          </a:solidFill>
          <a:ln w="12700">
            <a:solidFill>
              <a:srgbClr val="333A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02752" y="3611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48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302752" y="411480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Freischaltung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302752" y="44256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8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Domain, Hosting und Formularversand einrichten, danach Übergabe.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02752" y="5047488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C83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FREIGABE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22960" y="580644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und Anmerkungen jederzeit gern – am besten gesammelt an die Geschäftsstelle.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820095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Website-Entwurf</dc:title>
  <dc:subject>Entwurf der neuen Vereinswebsite</dc:subject>
  <dc:creator>Taekwondo Club Musterstadt e.V.</dc:creator>
  <cp:lastModifiedBy>Taekwondo Club Musterstadt e.V.</cp:lastModifiedBy>
  <cp:revision>1</cp:revision>
  <dcterms:created xsi:type="dcterms:W3CDTF">2026-08-05T09:39:15Z</dcterms:created>
  <dcterms:modified xsi:type="dcterms:W3CDTF">2026-08-05T09:39:15Z</dcterms:modified>
</cp:coreProperties>
</file>